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youtu.be/ssRnNJ8aVqI" TargetMode="External"/><Relationship Id="rId4" Type="http://schemas.openxmlformats.org/officeDocument/2006/relationships/hyperlink" Target="https://github.com/KhajaSufiyan/D-HIT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ieeexplore.ieee.org/document/4455055" TargetMode="External"/><Relationship Id="rId4" Type="http://schemas.openxmlformats.org/officeDocument/2006/relationships/hyperlink" Target="https://ieeexplore.ieee.org/document/905081" TargetMode="External"/><Relationship Id="rId5" Type="http://schemas.openxmlformats.org/officeDocument/2006/relationships/hyperlink" Target="https://ieeexplore.ieee.org/document/10969548" TargetMode="External"/><Relationship Id="rId6" Type="http://schemas.openxmlformats.org/officeDocument/2006/relationships/hyperlink" Target="https://jeit.ac.cn/en/article/doi/10.11999/JEIT220613" TargetMode="External"/><Relationship Id="rId7" Type="http://schemas.openxmlformats.org/officeDocument/2006/relationships/hyperlink" Target="https://doi.org/10.1109/TAP.2025.3560181" TargetMode="External"/><Relationship Id="rId8" Type="http://schemas.openxmlformats.org/officeDocument/2006/relationships/hyperlink" Target="https://biblio.ugent.be/publication/704551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184639" y="5408506"/>
            <a:ext cx="2015913" cy="1701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9151619" y="6013873"/>
            <a:ext cx="2680546" cy="1701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387856" y="1871307"/>
            <a:ext cx="2774949" cy="165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387856" y="2546829"/>
            <a:ext cx="3028949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7381357" y="6545753"/>
            <a:ext cx="353695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387856" y="3433712"/>
            <a:ext cx="3028949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387856" y="4572523"/>
            <a:ext cx="3143249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6"/>
          </p:cNvPr>
          <p:cNvSpPr/>
          <p:nvPr/>
        </p:nvSpPr>
        <p:spPr>
          <a:xfrm>
            <a:off x="387856" y="3984844"/>
            <a:ext cx="1917699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8"/>
          </p:cNvPr>
          <p:cNvSpPr/>
          <p:nvPr/>
        </p:nvSpPr>
        <p:spPr>
          <a:xfrm>
            <a:off x="387856" y="5453772"/>
            <a:ext cx="4317999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r:id="rId8"/>
          </p:cNvPr>
          <p:cNvSpPr/>
          <p:nvPr/>
        </p:nvSpPr>
        <p:spPr>
          <a:xfrm>
            <a:off x="387856" y="6034627"/>
            <a:ext cx="2730499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